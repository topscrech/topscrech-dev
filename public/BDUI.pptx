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4546600" y="692534"/>
            <a:ext cx="12591254" cy="83625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Hot-air balloons viewed from below against a blue sky"/>
          <p:cNvSpPr/>
          <p:nvPr>
            <p:ph type="pic" idx="21"/>
          </p:nvPr>
        </p:nvSpPr>
        <p:spPr>
          <a:xfrm>
            <a:off x="3797300" y="698500"/>
            <a:ext cx="12585470" cy="8356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idx="21"/>
          </p:nvPr>
        </p:nvSpPr>
        <p:spPr>
          <a:xfrm>
            <a:off x="-3860800" y="701538"/>
            <a:ext cx="12539868" cy="83599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Hot-air balloons viewed from below against a blue sky"/>
          <p:cNvSpPr/>
          <p:nvPr>
            <p:ph type="pic" sz="quarter" idx="22"/>
          </p:nvPr>
        </p:nvSpPr>
        <p:spPr>
          <a:xfrm>
            <a:off x="6534860" y="698500"/>
            <a:ext cx="596758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the top of a hot-air balloon viewed from above"/>
          <p:cNvSpPr/>
          <p:nvPr>
            <p:ph type="pic" sz="quarter" idx="23"/>
          </p:nvPr>
        </p:nvSpPr>
        <p:spPr>
          <a:xfrm>
            <a:off x="6546850" y="5099050"/>
            <a:ext cx="594360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 name, no date, no not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pPr/>
            <a:r>
              <a:t>No name, no date, no nothing</a:t>
            </a:r>
          </a:p>
        </p:txBody>
      </p:sp>
      <p:sp>
        <p:nvSpPr>
          <p:cNvPr id="172" name="BDU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BDUI</a:t>
            </a:r>
          </a:p>
        </p:txBody>
      </p:sp>
      <p:sp>
        <p:nvSpPr>
          <p:cNvPr id="173" name="Backend Driven User Interfac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Backend Driven User Interface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8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Screenshot 2025-03-12 at 15.11.40.png" descr="Screenshot 2025-03-12 at 15.11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474" y="183209"/>
            <a:ext cx="14621510" cy="93871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74edf24b6cb3ad4db649fd96781e3f2c.jpg" descr="74edf24b6cb3ad4db649fd96781e3f2c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7008" y="659838"/>
            <a:ext cx="5850103" cy="8357290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Why BDUI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>
                <a:solidFill>
                  <a:srgbClr val="FFFFFF"/>
                </a:solidFill>
              </a:defRPr>
            </a:lvl1pPr>
          </a:lstStyle>
          <a:p>
            <a:pPr/>
            <a:r>
              <a:t>Why BDUI?</a:t>
            </a:r>
          </a:p>
        </p:txBody>
      </p:sp>
      <p:sp>
        <p:nvSpPr>
          <p:cNvPr id="179" name="Time-to-market…"/>
          <p:cNvSpPr txBox="1"/>
          <p:nvPr>
            <p:ph type="body" sz="half" idx="1"/>
          </p:nvPr>
        </p:nvSpPr>
        <p:spPr>
          <a:xfrm>
            <a:off x="698500" y="2080220"/>
            <a:ext cx="5105400" cy="55931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Time-to-market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Multiplatform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No need to wait for App Review &amp; Updates </a:t>
            </a:r>
          </a:p>
        </p:txBody>
      </p:sp>
      <p:sp>
        <p:nvSpPr>
          <p:cNvPr id="180" name="Text"/>
          <p:cNvSpPr txBox="1"/>
          <p:nvPr/>
        </p:nvSpPr>
        <p:spPr>
          <a:xfrm>
            <a:off x="5080000" y="-1465695"/>
            <a:ext cx="127000" cy="47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55600">
              <a:lnSpc>
                <a:spcPct val="100000"/>
              </a:lnSpc>
              <a:spcBef>
                <a:spcPts val="0"/>
              </a:spcBef>
              <a:defRPr sz="13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0927" y="654050"/>
            <a:ext cx="5861464" cy="8368866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Why avoid BDUI?"/>
          <p:cNvSpPr txBox="1"/>
          <p:nvPr>
            <p:ph type="title"/>
          </p:nvPr>
        </p:nvSpPr>
        <p:spPr>
          <a:xfrm>
            <a:off x="7200900" y="446947"/>
            <a:ext cx="5105400" cy="1016001"/>
          </a:xfrm>
          <a:prstGeom prst="rect">
            <a:avLst/>
          </a:prstGeom>
        </p:spPr>
        <p:txBody>
          <a:bodyPr/>
          <a:lstStyle>
            <a:lvl1pPr defTabSz="1421822">
              <a:defRPr spc="-98" sz="4920">
                <a:solidFill>
                  <a:srgbClr val="FFFFFF"/>
                </a:solidFill>
              </a:defRPr>
            </a:lvl1pPr>
          </a:lstStyle>
          <a:p>
            <a:pPr/>
            <a:r>
              <a:t>Why avoid BDUI?</a:t>
            </a:r>
          </a:p>
        </p:txBody>
      </p:sp>
      <p:sp>
        <p:nvSpPr>
          <p:cNvPr id="184" name="Old version support…"/>
          <p:cNvSpPr txBox="1"/>
          <p:nvPr>
            <p:ph type="body" sz="half" idx="1"/>
          </p:nvPr>
        </p:nvSpPr>
        <p:spPr>
          <a:xfrm>
            <a:off x="7200900" y="2080220"/>
            <a:ext cx="5105400" cy="55931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Old version support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Redistribution of tasks towards the backend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Costs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Not suitable for all features</a:t>
            </a:r>
          </a:p>
          <a:p>
            <a:pPr>
              <a:lnSpc>
                <a:spcPct val="100000"/>
              </a:lnSpc>
              <a:defRPr b="1">
                <a:solidFill>
                  <a:schemeClr val="accent1"/>
                </a:solidFill>
              </a:defRPr>
            </a:pPr>
            <a:r>
              <a:t>Releases</a:t>
            </a:r>
          </a:p>
        </p:txBody>
      </p:sp>
      <p:sp>
        <p:nvSpPr>
          <p:cNvPr id="185" name="Text"/>
          <p:cNvSpPr txBox="1"/>
          <p:nvPr/>
        </p:nvSpPr>
        <p:spPr>
          <a:xfrm>
            <a:off x="5080000" y="-1465695"/>
            <a:ext cx="127000" cy="47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55600">
              <a:lnSpc>
                <a:spcPct val="100000"/>
              </a:lnSpc>
              <a:spcBef>
                <a:spcPts val="0"/>
              </a:spcBef>
              <a:defRPr sz="13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his slide can’t be loaded due to a server error"/>
          <p:cNvSpPr txBox="1"/>
          <p:nvPr>
            <p:ph type="title"/>
          </p:nvPr>
        </p:nvSpPr>
        <p:spPr>
          <a:xfrm>
            <a:off x="698500" y="3649728"/>
            <a:ext cx="11607800" cy="2454144"/>
          </a:xfrm>
          <a:prstGeom prst="rect">
            <a:avLst/>
          </a:prstGeom>
        </p:spPr>
        <p:txBody>
          <a:bodyPr/>
          <a:lstStyle>
            <a:lvl1pPr algn="ctr">
              <a:defRPr spc="-159" sz="8000"/>
            </a:lvl1pPr>
          </a:lstStyle>
          <a:p>
            <a:pPr/>
            <a:r>
              <a:t>This slide can’t be loaded due to a server error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